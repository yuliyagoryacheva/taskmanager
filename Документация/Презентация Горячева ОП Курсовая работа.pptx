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9" autoAdjust="0"/>
    <p:restoredTop sz="94610"/>
  </p:normalViewPr>
  <p:slideViewPr>
    <p:cSldViewPr snapToGrid="0" snapToObjects="1">
      <p:cViewPr>
        <p:scale>
          <a:sx n="213" d="100"/>
          <a:sy n="213" d="100"/>
        </p:scale>
        <p:origin x="19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94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743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ПРОГРАММИРОВАНИЯ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учебных задач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Консольное приложение с базой данных SQLite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3200400" cy="36576"/>
          </a:xfrm>
          <a:prstGeom prst="rect">
            <a:avLst/>
          </a:prstGeom>
          <a:solidFill>
            <a:srgbClr val="2A3D66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Горячева Ю.А.  •  группа 253-325  •  Московский Политех,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32918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98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Студенту нужно помнить задания по нескольким предметам одновременно.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инструмента учёта легко забыть про дедлайн или перепутать приоритеты.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4023360" cy="329184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298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29200" y="18745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Консольное приложение на Python с базой данных SQLite.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интернета, не требует установки доп. библиотек, данные сохраняются между сеансами.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возможности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55448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554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задач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246888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 сортировкой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статусу и приоритету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03120" y="1097280"/>
            <a:ext cx="155448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3120" y="1097280"/>
            <a:ext cx="1554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76272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76272" y="246888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Предмет, приоритет,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840480" y="1097280"/>
            <a:ext cx="155448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840480" y="1097280"/>
            <a:ext cx="1554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3258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3632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913632" y="246888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Отметить задачу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выполненную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577840" y="1097280"/>
            <a:ext cx="155448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77840" y="1097280"/>
            <a:ext cx="1554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3258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50992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50992" y="246888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предметам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GROUP BY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15200" y="1097280"/>
            <a:ext cx="1554480" cy="3291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0" y="1097280"/>
            <a:ext cx="1554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3258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88352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388352" y="246888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запись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ID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>
            <a:extLst>
              <a:ext uri="{FF2B5EF4-FFF2-40B4-BE49-F238E27FC236}">
                <a16:creationId xmlns:a16="http://schemas.microsoft.com/office/drawing/2014/main" id="{745BBDC8-57F6-40A2-8B09-0B61955527E1}"/>
              </a:ext>
            </a:extLst>
          </p:cNvPr>
          <p:cNvSpPr/>
          <p:nvPr/>
        </p:nvSpPr>
        <p:spPr>
          <a:xfrm>
            <a:off x="1559859" y="1161288"/>
            <a:ext cx="5885142" cy="388584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базы данных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таблицы  •  2 внешних ключа  •  файл tasks.db (SQLite)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944368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: INTEGER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 : 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subject_id : INTEGER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priority_id : INTEGER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deadline : 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done : INTEGER</a:t>
            </a:r>
            <a:endParaRPr lang="en-US" sz="110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E2B5810A-ED3F-40B9-A65D-F2898C739717}"/>
              </a:ext>
            </a:extLst>
          </p:cNvPr>
          <p:cNvSpPr/>
          <p:nvPr/>
        </p:nvSpPr>
        <p:spPr>
          <a:xfrm>
            <a:off x="1616596" y="1161288"/>
            <a:ext cx="5759824" cy="3885841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20CBC6C-EFF8-42FA-9624-C94570CA8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016" y="1303326"/>
            <a:ext cx="5484985" cy="3611574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F81F1F65-C811-498A-8DA8-68E06ECBFCC0}"/>
              </a:ext>
            </a:extLst>
          </p:cNvPr>
          <p:cNvSpPr/>
          <p:nvPr/>
        </p:nvSpPr>
        <p:spPr>
          <a:xfrm>
            <a:off x="1699000" y="1257273"/>
            <a:ext cx="68580" cy="3693870"/>
          </a:xfrm>
          <a:prstGeom prst="rect">
            <a:avLst/>
          </a:prstGeom>
          <a:solidFill>
            <a:srgbClr val="009E76"/>
          </a:solidFill>
          <a:ln w="12700">
            <a:solidFill>
              <a:srgbClr val="009E76"/>
            </a:solidFill>
            <a:prstDash val="solid"/>
          </a:ln>
        </p:spPr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4FD4C1D-03A0-44E1-9462-4C1DA98AC818}"/>
              </a:ext>
            </a:extLst>
          </p:cNvPr>
          <p:cNvSpPr/>
          <p:nvPr/>
        </p:nvSpPr>
        <p:spPr>
          <a:xfrm>
            <a:off x="7239002" y="1257273"/>
            <a:ext cx="68838" cy="3693870"/>
          </a:xfrm>
          <a:prstGeom prst="rect">
            <a:avLst/>
          </a:prstGeom>
          <a:solidFill>
            <a:srgbClr val="009E76"/>
          </a:solidFill>
          <a:ln w="12700">
            <a:solidFill>
              <a:srgbClr val="009E7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запросов к базе данных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9144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предметов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9144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приоритетов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914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задачи с двойным JOIN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914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4114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задачу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508760"/>
            <a:ext cx="9144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Отметить выполненной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377440"/>
            <a:ext cx="9144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77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задачу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4023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246120"/>
            <a:ext cx="914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46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 предметам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программы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841248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8412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с БД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get_connection()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init_db()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137160" cy="164592"/>
          </a:xfrm>
          <a:prstGeom prst="rect">
            <a:avLst/>
          </a:prstGeom>
          <a:solidFill>
            <a:srgbClr val="009E76"/>
          </a:solidFill>
          <a:ln w="12700">
            <a:solidFill>
              <a:srgbClr val="009E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2011680"/>
            <a:ext cx="8412480" cy="841248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011680"/>
            <a:ext cx="502920" cy="8412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0116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0020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get_all_tasks()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add_task_db() и др.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137160" cy="164592"/>
          </a:xfrm>
          <a:prstGeom prst="rect">
            <a:avLst/>
          </a:prstGeom>
          <a:solidFill>
            <a:srgbClr val="009E76"/>
          </a:solidFill>
          <a:ln w="12700">
            <a:solidFill>
              <a:srgbClr val="009E7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3017520"/>
            <a:ext cx="502920" cy="8412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0175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2004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с пользователем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0020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add_task()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view_tasks() и др.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858768"/>
            <a:ext cx="137160" cy="164592"/>
          </a:xfrm>
          <a:prstGeom prst="rect">
            <a:avLst/>
          </a:prstGeom>
          <a:solidFill>
            <a:srgbClr val="009E76"/>
          </a:solidFill>
          <a:ln w="12700">
            <a:solidFill>
              <a:srgbClr val="009E7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5760" y="4023360"/>
            <a:ext cx="8412480" cy="841248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5760" y="4023360"/>
            <a:ext cx="502920" cy="8412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402336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062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069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меню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60020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print_menu()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solidFill>
            <a:srgbClr val="1A3A6A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78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51960" y="978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результат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978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841248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название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344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Ошибка, задача не добавляется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1344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56232"/>
            <a:ext cx="84124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задачи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8562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появляется в tasks.db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8562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68296"/>
            <a:ext cx="841248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68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пустого списка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23682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об отсутствии задач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3682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84124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выполненной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5196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done = 1 в базе данных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92424"/>
            <a:ext cx="841248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92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задачи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51960" y="33924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удалена из таблицы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3924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04488"/>
            <a:ext cx="8412480" cy="45720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04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Несуществующий 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5196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об ошибке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904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16552"/>
            <a:ext cx="841248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16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запуск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51960" y="44165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из tasks.db загружены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416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программы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Установлен Python 3.8+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Скопировать .py файл в папку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Открыть командную строку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Выполнить: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361188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"Курсовая ОП Горячева.py"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tasks.db создаётся автоматически при первом запуске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0F1B35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05840"/>
            <a:ext cx="3931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.exe файл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ru-RU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Файл .exe </a:t>
            </a:r>
            <a:r>
              <a:rPr lang="ru-RU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находится в корне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Запускать </a:t>
            </a:r>
            <a:r>
              <a:rPr lang="en-US" sz="1300" dirty="0" err="1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двойным</a:t>
            </a: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кликом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3246120"/>
            <a:ext cx="361188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D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074920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A78BFA"/>
                </a:solidFill>
                <a:latin typeface="Consolas" pitchFamily="34" charset="0"/>
              </a:rPr>
              <a:t>Курсовая ОП Горячева</a:t>
            </a:r>
            <a:r>
              <a:rPr lang="en-US" sz="1100" dirty="0">
                <a:solidFill>
                  <a:srgbClr val="A78BFA"/>
                </a:solidFill>
                <a:latin typeface="Consolas" pitchFamily="34" charset="0"/>
              </a:rPr>
              <a:t>.exe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840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устанавливать не нужно на целевом компьютере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33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264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Консольное приложение на Python с базой данных SQLite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11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037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таблицы с внешними ключами, ER-диаграмма, логическая модель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88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9809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SQL-запросов: SELECT/JOIN/GROUP BY/INSERT/UPDATE/DELETE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655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7581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Процедурное и модульное программирование (4 раздела кода)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06240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42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Протестировано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535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тест-кейсов — все пройдены успешно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2A3D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162340"/>
          </a:solidFill>
          <a:ln w="12700">
            <a:solidFill>
              <a:srgbClr val="2A3D6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373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Горячева Ю.А.  •  253-325  •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453</Words>
  <Application>Microsoft Office PowerPoint</Application>
  <PresentationFormat>Экран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Менеджер учебных задач</dc:title>
  <dc:subject>PptxGenJS Presentation</dc:subject>
  <dc:creator>PptxGenJS</dc:creator>
  <cp:lastModifiedBy>Артём Шабалов</cp:lastModifiedBy>
  <cp:revision>2</cp:revision>
  <dcterms:created xsi:type="dcterms:W3CDTF">2026-05-23T14:47:29Z</dcterms:created>
  <dcterms:modified xsi:type="dcterms:W3CDTF">2026-05-23T15:00:05Z</dcterms:modified>
</cp:coreProperties>
</file>